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Folio Deliver test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</a:t>
            </a:r>
          </a:p>
          <a:p>
            <a:pPr lvl="1"/>
            <a:r>
              <a:t>Revenue up 12%</a:t>
            </a:r>
          </a:p>
          <a:p>
            <a:pPr lvl="1"/>
            <a:r>
              <a:t>Costs flat</a:t>
            </a:r>
          </a:p>
          <a:p>
            <a:pPr/>
            <a:r>
              <a:t>Plans</a:t>
            </a:r>
          </a:p>
          <a:p>
            <a:pPr lvl="1"/>
            <a:r>
              <a:t>Hiring</a:t>
            </a:r>
          </a:p>
          <a:p>
            <a:pPr/>
            <a: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a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</a:t>
            </a:r>
          </a:p>
        </p:txBody>
      </p:sp>
      <p:sp>
        <p:nvSpPr>
          <p:cNvPr id="4" name="Oval 3"/>
          <p:cNvSpPr/>
          <p:nvPr/>
        </p:nvSpPr>
        <p:spPr>
          <a:xfrm rot="1200000">
            <a:off x="3657600" y="1645920"/>
            <a:ext cx="1828800" cy="1828800"/>
          </a:xfrm>
          <a:prstGeom prst="ellipse">
            <a:avLst/>
          </a:prstGeom>
          <a:solidFill>
            <a:srgbClr val="FF82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C00000"/>
                </a:solidFill>
              </a:rPr>
              <a:t>Bold red 28pt</a:t>
            </a:r>
            <a:r>
              <a:rPr i="1" sz="2800"/>
              <a:t> and italic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r>
                        <a:t>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