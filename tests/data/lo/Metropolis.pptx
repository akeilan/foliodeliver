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svg" ContentType="image/sv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etropol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504000" y="1368000"/>
            <a:ext cx="9072000" cy="379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874CFD-BED1-4727-8AF2-4778DD062FA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0080000" cy="567000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3346" lnSpcReduction="20000"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1368000"/>
            <a:ext cx="9072000" cy="379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Aft>
                <a:spcPts val="848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Aft>
                <a:spcPts val="63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Aft>
                <a:spcPts val="422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Aft>
                <a:spcPts val="21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Aft>
                <a:spcPts val="21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Aft>
                <a:spcPts val="21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504000" y="5328000"/>
            <a:ext cx="2348280" cy="22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447360" y="5328000"/>
            <a:ext cx="3195000" cy="22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227360" y="5328000"/>
            <a:ext cx="2348280" cy="22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2DA671C0-A37B-4C9D-B1C6-188EB47466BE}" type="slidenum">
              <a:rPr b="0" lang="en-U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504000" y="1368000"/>
            <a:ext cx="9072000" cy="379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Metropolis</Template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2026-10-27T23:35:06Z</dcterms:created>
  <dc:creator/>
  <dc:description/>
  <dc:language>en-US</dc:language>
  <cp:lastModifiedBy/>
  <cp:revision>1</cp:revision>
  <dc:subject/>
  <dc:title>Metropolis</dc:title>
</cp:coreProperties>
</file>