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2C1E97-4EDB-42AD-A5A1-3C0A1974E9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CBF9A2-24E1-47A5-85C7-3D24B29652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2E58A1-F9A1-419C-8F5B-67F8269FCC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621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7EB56EFB-4349-4AD2-9D40-784AEE6B02EE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9bdd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9bdd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9bdd"/>
              </a:solidFill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9bdd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9bdd"/>
              </a:solidFill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9bdd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A0A845B0-0363-480A-BB08-E114442DCB6E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dd41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060"/>
              </a:spcBef>
              <a:buNone/>
            </a:pPr>
            <a:endParaRPr b="0" lang="en-US" sz="2400" spc="-1" strike="noStrike">
              <a:solidFill>
                <a:srgbClr val="009bdd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0FF0CB-22EB-4BC4-820E-CD0E270C52CD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 Curve</Template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2026-10-27T23:35:05Z</dcterms:created>
  <dc:creator/>
  <dc:description/>
  <dc:language>en-US</dc:language>
  <cp:lastModifiedBy/>
  <cp:revision>1</cp:revision>
  <dc:subject/>
  <dc:title>Blue Curve</dc:title>
</cp:coreProperties>
</file>