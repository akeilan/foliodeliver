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</p:sldMasterIdLst>
  <p:sldIdLst>
    <p:sldId id="256" r:id="rId5"/>
    <p:sldId id="257" r:id="rId6"/>
    <p:sldId id="258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FC8927-76F2-41C2-A553-98E1D5CB34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0" lang="en-US" sz="45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228701-3990-40F0-A8CE-61D34745BD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402B71-C531-4C74-A581-60B4B52E7D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0" lang="en-US" sz="45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7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8FCFD6-B9BA-4D5E-82B5-500C6D216E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0DF805C-A95C-45AA-ABD9-F5C316DEF2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360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US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450000" y="5130000"/>
            <a:ext cx="23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&lt;date/time&gt;</a:t>
            </a: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&lt;footer&gt;</a:t>
            </a:r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802977E0-C963-4A57-81C4-353DC6827ECB}" type="slidenum">
              <a:rPr b="0" lang="en-US" sz="2400" spc="-1" strike="noStrike">
                <a:solidFill>
                  <a:srgbClr val="dbf5f9"/>
                </a:solidFill>
                <a:latin typeface="Noto Sans"/>
              </a:rPr>
              <a:t>&lt;number&gt;</a:t>
            </a:fld>
            <a:r>
              <a:rPr b="0" lang="en-US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450000" y="27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US" sz="6000" spc="-1" strike="noStrike">
                <a:solidFill>
                  <a:srgbClr val="04617b"/>
                </a:solidFill>
                <a:latin typeface="Noto Sans"/>
              </a:rPr>
              <a:t>Click to edit the title text format</a:t>
            </a:r>
            <a:endParaRPr b="0" lang="en-US" sz="60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0000" y="3870000"/>
            <a:ext cx="900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23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dbf5f9"/>
                </a:solidFill>
                <a:latin typeface="Noto Sans"/>
              </a:rPr>
              <a:t>Click to edit the outline text format</a:t>
            </a:r>
            <a:endParaRPr b="0" lang="en-US" sz="2100" spc="-1" strike="noStrike">
              <a:solidFill>
                <a:srgbClr val="dbf5f9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650" spc="-1" strike="noStrike">
                <a:solidFill>
                  <a:srgbClr val="dbf5f9"/>
                </a:solidFill>
                <a:latin typeface="Noto Sans"/>
              </a:rPr>
              <a:t>Second Outline Level</a:t>
            </a:r>
            <a:endParaRPr b="0" lang="en-US" sz="1650" spc="-1" strike="noStrike">
              <a:solidFill>
                <a:srgbClr val="dbf5f9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dbf5f9"/>
                </a:solidFill>
                <a:latin typeface="Noto Sans"/>
              </a:rPr>
              <a:t>Third Outline Level</a:t>
            </a:r>
            <a:endParaRPr b="0" lang="en-US" sz="1800" spc="-1" strike="noStrike">
              <a:solidFill>
                <a:srgbClr val="dbf5f9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Fourth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Fifth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Sixth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dbf5f9"/>
                </a:solidFill>
                <a:latin typeface="Noto Sans"/>
              </a:rPr>
              <a:t>Seventh Outline Level</a:t>
            </a:r>
            <a:endParaRPr b="0" lang="en-US" sz="1500" spc="-1" strike="noStrike">
              <a:solidFill>
                <a:srgbClr val="dbf5f9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US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US" sz="4500" spc="-1" strike="noStrike">
                <a:solidFill>
                  <a:srgbClr val="ffffff"/>
                </a:solidFill>
                <a:latin typeface="Noto Sans"/>
              </a:rPr>
              <a:t>Click to edit the title text format</a:t>
            </a:r>
            <a:endParaRPr b="0" lang="en-US" sz="4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&lt;date/time&gt;</a:t>
            </a: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&lt;footer&gt;</a:t>
            </a: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271FBF3C-5554-481F-BD15-F6E3F8425DBB}" type="slidenum">
              <a:rPr b="0" lang="en-US" sz="2400" spc="-1" strike="noStrike">
                <a:solidFill>
                  <a:srgbClr val="484848"/>
                </a:solidFill>
                <a:latin typeface="Noto Sans"/>
              </a:rPr>
              <a:t>&lt;number&gt;</a:t>
            </a:fld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484848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US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US" sz="4500" spc="-1" strike="noStrike">
                <a:solidFill>
                  <a:srgbClr val="04617b"/>
                </a:solidFill>
                <a:latin typeface="Noto Sans"/>
              </a:rPr>
              <a:t>Click to edit the title text format</a:t>
            </a:r>
            <a:endParaRPr b="0" lang="en-US" sz="45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&lt;date/time&gt;</a:t>
            </a: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20000" y="51192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&lt;footer&gt;</a:t>
            </a:r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7650000" y="5130000"/>
            <a:ext cx="189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EECF17F0-83A9-41AC-8D27-E97DC1544042}" type="slidenum">
              <a:rPr b="0" lang="en-US" sz="2400" spc="-1" strike="noStrike">
                <a:solidFill>
                  <a:srgbClr val="484848"/>
                </a:solidFill>
                <a:latin typeface="Noto Sans"/>
              </a:rPr>
              <a:t>&lt;number&gt;</a:t>
            </a:fld>
            <a:r>
              <a:rPr b="0" lang="en-US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US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22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US" sz="22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0000" y="27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n-US" sz="60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450000" y="3870000"/>
            <a:ext cx="900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US" sz="2700" spc="-1" strike="noStrike">
              <a:solidFill>
                <a:srgbClr val="dbf5f9"/>
              </a:solidFill>
              <a:latin typeface="Noto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2920" y="90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n-US" sz="4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2920" y="1440000"/>
            <a:ext cx="9021960" cy="34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ubTitle"/>
          </p:nvPr>
        </p:nvSpPr>
        <p:spPr>
          <a:xfrm>
            <a:off x="502920" y="630720"/>
            <a:ext cx="907164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1" lang="en-US" sz="3000" spc="-1" strike="noStrike">
              <a:solidFill>
                <a:srgbClr val="009eda"/>
              </a:solidFill>
              <a:latin typeface="Noto San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Vivid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2026-10-27T23:35:06Z</dcterms:created>
  <dc:creator/>
  <dc:description/>
  <dc:language>en-US</dc:language>
  <cp:lastModifiedBy/>
  <cp:revision>1</cp:revision>
  <dc:subject/>
  <dc:title>Vivid</dc:title>
</cp:coreProperties>
</file>