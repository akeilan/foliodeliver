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ature_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021F9-33EB-491D-BAB0-690AC44DE0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Nature_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5F0564-7E71-4C42-8D95-B25D041624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ature_Illustra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5ECA21-AD9B-4C3C-80C8-0CC573A7C5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88000" y="1728000"/>
            <a:ext cx="8927640" cy="178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032360" y="3854520"/>
            <a:ext cx="5183640" cy="96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7498"/>
          </a:bodyPr>
          <a:p>
            <a:pPr marL="432000" indent="-324000" algn="r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r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r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r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0" y="7200000"/>
            <a:ext cx="2348280" cy="2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7200000"/>
            <a:ext cx="3195000" cy="17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9288000" y="723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156434E2-FED2-48DD-AACC-F8AC79E5A825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27720" y="7272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47360" y="72720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587720" y="7254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EDC2F4D0-ADD6-45D0-B0DF-31D02CACEE7F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88000" y="1728000"/>
            <a:ext cx="8927640" cy="178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032360" y="3854520"/>
            <a:ext cx="5183640" cy="96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28A665-ADCA-4FA4-B1B7-2415EE6CE9A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Nature Illustration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Nature Illustration</dc:title>
</cp:coreProperties>
</file>