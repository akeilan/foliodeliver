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BA3A34-C265-4039-9CA5-A431F26058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9F98C3-A7F1-491A-AF2E-17ADA24E46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C875E7-D733-44D9-8034-92EED1CA23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B80AE9C-866A-4C02-B2FD-36589FC994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1BC3F60-2CC5-4C5B-A1CF-5216DB5EFB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4860000" cy="2880000"/>
          </a:xfrm>
          <a:custGeom>
            <a:avLst/>
            <a:gdLst/>
            <a:ahLst/>
            <a:rect l="0" t="0" r="r" b="b"/>
            <a:pathLst>
              <a:path w="13500" h="8000">
                <a:moveTo>
                  <a:pt x="0" y="0"/>
                </a:moveTo>
                <a:lnTo>
                  <a:pt x="0" y="500"/>
                </a:lnTo>
                <a:lnTo>
                  <a:pt x="10404" y="8000"/>
                </a:lnTo>
                <a:lnTo>
                  <a:pt x="135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4320000" y="0"/>
            <a:ext cx="5760000" cy="2160000"/>
          </a:xfrm>
          <a:custGeom>
            <a:avLst/>
            <a:gdLst/>
            <a:ahLst/>
            <a:rect l="0" t="0" r="r" b="b"/>
            <a:pathLst>
              <a:path w="16000" h="6000">
                <a:moveTo>
                  <a:pt x="16000" y="0"/>
                </a:moveTo>
                <a:lnTo>
                  <a:pt x="2500" y="0"/>
                </a:lnTo>
                <a:lnTo>
                  <a:pt x="0" y="6000"/>
                </a:lnTo>
                <a:lnTo>
                  <a:pt x="16000" y="2500"/>
                </a:lnTo>
                <a:lnTo>
                  <a:pt x="16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5580000" y="1260000"/>
            <a:ext cx="4500000" cy="3780000"/>
          </a:xfrm>
          <a:custGeom>
            <a:avLst/>
            <a:gdLst/>
            <a:ahLst/>
            <a:rect l="0" t="0" r="r" b="b"/>
            <a:pathLst>
              <a:path w="12500" h="10500">
                <a:moveTo>
                  <a:pt x="12500" y="10500"/>
                </a:moveTo>
                <a:lnTo>
                  <a:pt x="12500" y="0"/>
                </a:lnTo>
                <a:lnTo>
                  <a:pt x="0" y="2500"/>
                </a:lnTo>
                <a:lnTo>
                  <a:pt x="12500" y="1050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5580000" y="3060000"/>
            <a:ext cx="4500000" cy="2610000"/>
          </a:xfrm>
          <a:custGeom>
            <a:avLst/>
            <a:gdLst/>
            <a:ahLst/>
            <a:rect l="0" t="0" r="r" b="b"/>
            <a:pathLst>
              <a:path w="12500" h="7250">
                <a:moveTo>
                  <a:pt x="12500" y="7250"/>
                </a:moveTo>
                <a:lnTo>
                  <a:pt x="12500" y="6500"/>
                </a:lnTo>
                <a:lnTo>
                  <a:pt x="2000" y="0"/>
                </a:lnTo>
                <a:lnTo>
                  <a:pt x="0" y="7250"/>
                </a:lnTo>
                <a:lnTo>
                  <a:pt x="12500" y="7250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0" y="3764880"/>
            <a:ext cx="5760000" cy="1905120"/>
          </a:xfrm>
          <a:custGeom>
            <a:avLst/>
            <a:gdLst/>
            <a:ahLst/>
            <a:rect l="0" t="0" r="r" b="b"/>
            <a:pathLst>
              <a:path w="16000" h="5292">
                <a:moveTo>
                  <a:pt x="0" y="5292"/>
                </a:moveTo>
                <a:lnTo>
                  <a:pt x="14500" y="5292"/>
                </a:lnTo>
                <a:lnTo>
                  <a:pt x="16000" y="0"/>
                </a:lnTo>
                <a:lnTo>
                  <a:pt x="0" y="2542"/>
                </a:lnTo>
                <a:lnTo>
                  <a:pt x="0" y="5292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0" y="540000"/>
            <a:ext cx="4320000" cy="3780000"/>
          </a:xfrm>
          <a:custGeom>
            <a:avLst/>
            <a:gdLst/>
            <a:ahLst/>
            <a:rect l="0" t="0" r="r" b="b"/>
            <a:pathLst>
              <a:path w="12000" h="10500">
                <a:moveTo>
                  <a:pt x="0" y="0"/>
                </a:moveTo>
                <a:lnTo>
                  <a:pt x="0" y="10500"/>
                </a:lnTo>
                <a:lnTo>
                  <a:pt x="12000" y="8500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57989820-1504-43CC-AB31-9A443430B89A}" type="slidenum"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383"/>
          </a:bodyPr>
          <a:p>
            <a:pPr indent="0" algn="ctr">
              <a:spcAft>
                <a:spcPts val="1060"/>
              </a:spcAft>
            </a:pPr>
            <a:r>
              <a:rPr b="0" lang="en-US" sz="24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b="0" lang="en-US" sz="18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1800" spc="-1" strike="noStrike">
              <a:solidFill>
                <a:srgbClr val="666666"/>
              </a:solidFill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1400" spc="-1" strike="noStrike">
              <a:solidFill>
                <a:srgbClr val="666666"/>
              </a:solidFill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b="0" lang="en-US" sz="10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1000" spc="-1" strike="noStrike">
              <a:solidFill>
                <a:srgbClr val="666666"/>
              </a:solidFill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b="0" lang="en-US" sz="8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800" spc="-1" strike="noStrike">
              <a:solidFill>
                <a:srgbClr val="666666"/>
              </a:solidFill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b="0" lang="en-US" sz="6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600" spc="-1" strike="noStrike">
              <a:solidFill>
                <a:srgbClr val="666666"/>
              </a:solidFill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b="0" lang="en-US" sz="6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6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DejaVu Sans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-36720" y="0"/>
            <a:ext cx="3276720" cy="3240000"/>
          </a:xfrm>
          <a:custGeom>
            <a:avLst/>
            <a:gdLst/>
            <a:ahLst/>
            <a:rect l="0" t="0" r="r" b="b"/>
            <a:pathLst>
              <a:path w="9102" h="9000">
                <a:moveTo>
                  <a:pt x="0" y="0"/>
                </a:moveTo>
                <a:lnTo>
                  <a:pt x="9102" y="0"/>
                </a:lnTo>
                <a:lnTo>
                  <a:pt x="6102" y="9000"/>
                </a:lnTo>
                <a:lnTo>
                  <a:pt x="102" y="450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3240000" y="0"/>
            <a:ext cx="5400000" cy="1080000"/>
          </a:xfrm>
          <a:custGeom>
            <a:avLst/>
            <a:gdLst/>
            <a:ahLst/>
            <a:rect l="0" t="0" r="r" b="b"/>
            <a:pathLst>
              <a:path w="15000" h="3000">
                <a:moveTo>
                  <a:pt x="1000" y="0"/>
                </a:moveTo>
                <a:lnTo>
                  <a:pt x="0" y="3000"/>
                </a:lnTo>
                <a:lnTo>
                  <a:pt x="15000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6120000" y="0"/>
            <a:ext cx="3960000" cy="3780000"/>
          </a:xfrm>
          <a:custGeom>
            <a:avLst/>
            <a:gdLst/>
            <a:ahLst/>
            <a:rect l="0" t="0" r="r" b="b"/>
            <a:pathLst>
              <a:path w="11000" h="10500">
                <a:moveTo>
                  <a:pt x="11000" y="0"/>
                </a:moveTo>
                <a:lnTo>
                  <a:pt x="0" y="2500"/>
                </a:lnTo>
                <a:lnTo>
                  <a:pt x="11000" y="10500"/>
                </a:lnTo>
                <a:lnTo>
                  <a:pt x="11000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6840000" y="2520000"/>
            <a:ext cx="3240000" cy="3150000"/>
          </a:xfrm>
          <a:custGeom>
            <a:avLst/>
            <a:gdLst/>
            <a:ahLst/>
            <a:rect l="0" t="0" r="r" b="b"/>
            <a:pathLst>
              <a:path w="9000" h="8750">
                <a:moveTo>
                  <a:pt x="9000" y="4500"/>
                </a:moveTo>
                <a:lnTo>
                  <a:pt x="3000" y="0"/>
                </a:lnTo>
                <a:lnTo>
                  <a:pt x="0" y="8750"/>
                </a:lnTo>
                <a:lnTo>
                  <a:pt x="9000" y="8750"/>
                </a:lnTo>
                <a:lnTo>
                  <a:pt x="9000" y="4500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1800000" y="4500000"/>
            <a:ext cx="5040000" cy="1170000"/>
          </a:xfrm>
          <a:custGeom>
            <a:avLst/>
            <a:gdLst/>
            <a:ahLst/>
            <a:rect l="0" t="0" r="r" b="b"/>
            <a:pathLst>
              <a:path w="14000" h="3250">
                <a:moveTo>
                  <a:pt x="0" y="3250"/>
                </a:moveTo>
                <a:lnTo>
                  <a:pt x="13000" y="3250"/>
                </a:lnTo>
                <a:lnTo>
                  <a:pt x="14000" y="0"/>
                </a:lnTo>
                <a:lnTo>
                  <a:pt x="0" y="3250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-36720" y="2160000"/>
            <a:ext cx="3996720" cy="3538800"/>
          </a:xfrm>
          <a:custGeom>
            <a:avLst/>
            <a:gdLst/>
            <a:ahLst/>
            <a:rect l="0" t="0" r="r" b="b"/>
            <a:pathLst>
              <a:path w="11102" h="9830">
                <a:moveTo>
                  <a:pt x="0" y="9830"/>
                </a:moveTo>
                <a:lnTo>
                  <a:pt x="1602" y="9830"/>
                </a:lnTo>
                <a:lnTo>
                  <a:pt x="11102" y="7500"/>
                </a:lnTo>
                <a:lnTo>
                  <a:pt x="102" y="0"/>
                </a:lnTo>
                <a:lnTo>
                  <a:pt x="0" y="983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just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just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73E96780-9752-4982-B931-315A21785938}" type="slidenum"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DejaVu Sans"/>
              </a:rPr>
              <a:t>Click to edit the title text format</a:t>
            </a:r>
            <a:endParaRPr b="0" lang="en-US" sz="21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1600" spc="-1" strike="noStrike">
              <a:solidFill>
                <a:srgbClr val="666666"/>
              </a:solidFill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1300" spc="-1" strike="noStrike">
              <a:solidFill>
                <a:srgbClr val="666666"/>
              </a:solidFill>
              <a:latin typeface="DejaVu Sans"/>
            </a:endParaRPr>
          </a:p>
          <a:p>
            <a:pPr lvl="3" marL="1728000" indent="-216000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1000" spc="-1" strike="noStrike">
              <a:solidFill>
                <a:srgbClr val="666666"/>
              </a:solidFill>
              <a:latin typeface="DejaVu Sans"/>
            </a:endParaRPr>
          </a:p>
          <a:p>
            <a:pPr lvl="4" marL="2160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1000" spc="-1" strike="noStrike">
              <a:solidFill>
                <a:srgbClr val="666666"/>
              </a:solidFill>
              <a:latin typeface="DejaVu Sans"/>
            </a:endParaRPr>
          </a:p>
          <a:p>
            <a:pPr lvl="5" marL="2592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1000" spc="-1" strike="noStrike">
              <a:solidFill>
                <a:srgbClr val="666666"/>
              </a:solidFill>
              <a:latin typeface="DejaVu Sans"/>
            </a:endParaRPr>
          </a:p>
          <a:p>
            <a:pPr lvl="6" marL="3024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1000" spc="-1" strike="noStrike">
              <a:solidFill>
                <a:srgbClr val="666666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980000" cy="3420000"/>
          </a:xfrm>
          <a:custGeom>
            <a:avLst/>
            <a:gdLst/>
            <a:ahLst/>
            <a:rect l="0" t="0" r="r" b="b"/>
            <a:pathLst>
              <a:path w="5500" h="9500">
                <a:moveTo>
                  <a:pt x="0" y="0"/>
                </a:moveTo>
                <a:lnTo>
                  <a:pt x="0" y="8000"/>
                </a:lnTo>
                <a:lnTo>
                  <a:pt x="2500" y="9500"/>
                </a:lnTo>
                <a:lnTo>
                  <a:pt x="55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340000" y="0"/>
            <a:ext cx="1980000" cy="360000"/>
          </a:xfrm>
          <a:custGeom>
            <a:avLst/>
            <a:gdLst/>
            <a:ahLst/>
            <a:rect l="0" t="0" r="r" b="b"/>
            <a:pathLst>
              <a:path w="5500" h="1000">
                <a:moveTo>
                  <a:pt x="500" y="0"/>
                </a:moveTo>
                <a:lnTo>
                  <a:pt x="0" y="1000"/>
                </a:lnTo>
                <a:lnTo>
                  <a:pt x="5500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480000" y="0"/>
            <a:ext cx="3600000" cy="2700000"/>
          </a:xfrm>
          <a:custGeom>
            <a:avLst/>
            <a:gdLst/>
            <a:ahLst/>
            <a:rect l="0" t="0" r="r" b="b"/>
            <a:pathLst>
              <a:path w="10000" h="7500">
                <a:moveTo>
                  <a:pt x="10000" y="0"/>
                </a:moveTo>
                <a:lnTo>
                  <a:pt x="1000" y="0"/>
                </a:lnTo>
                <a:lnTo>
                  <a:pt x="0" y="500"/>
                </a:lnTo>
                <a:lnTo>
                  <a:pt x="10000" y="7500"/>
                </a:lnTo>
                <a:lnTo>
                  <a:pt x="10000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100000" y="2340000"/>
            <a:ext cx="1980000" cy="3330000"/>
          </a:xfrm>
          <a:custGeom>
            <a:avLst/>
            <a:gdLst/>
            <a:ahLst/>
            <a:rect l="0" t="0" r="r" b="b"/>
            <a:pathLst>
              <a:path w="5500" h="9250">
                <a:moveTo>
                  <a:pt x="5500" y="9250"/>
                </a:moveTo>
                <a:lnTo>
                  <a:pt x="5500" y="2000"/>
                </a:lnTo>
                <a:lnTo>
                  <a:pt x="3000" y="0"/>
                </a:lnTo>
                <a:lnTo>
                  <a:pt x="0" y="9250"/>
                </a:lnTo>
                <a:lnTo>
                  <a:pt x="5500" y="9250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940000" y="5220000"/>
            <a:ext cx="1800000" cy="450000"/>
          </a:xfrm>
          <a:custGeom>
            <a:avLst/>
            <a:gdLst/>
            <a:ahLst/>
            <a:rect l="0" t="0" r="r" b="b"/>
            <a:pathLst>
              <a:path w="5000" h="1250">
                <a:moveTo>
                  <a:pt x="4500" y="1250"/>
                </a:moveTo>
                <a:lnTo>
                  <a:pt x="5000" y="0"/>
                </a:lnTo>
                <a:lnTo>
                  <a:pt x="0" y="1250"/>
                </a:lnTo>
                <a:lnTo>
                  <a:pt x="4500" y="1250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0" y="3240000"/>
            <a:ext cx="3240000" cy="2430000"/>
          </a:xfrm>
          <a:custGeom>
            <a:avLst/>
            <a:gdLst/>
            <a:ahLst/>
            <a:rect l="0" t="0" r="r" b="b"/>
            <a:pathLst>
              <a:path w="9000" h="6750">
                <a:moveTo>
                  <a:pt x="0" y="0"/>
                </a:moveTo>
                <a:lnTo>
                  <a:pt x="0" y="6750"/>
                </a:lnTo>
                <a:lnTo>
                  <a:pt x="9000" y="6750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DejaVu Sans"/>
              </a:rPr>
              <a:t>Click to edit the title text format</a:t>
            </a:r>
            <a:endParaRPr b="0" lang="en-US" sz="21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1800" spc="-1" strike="noStrike">
              <a:solidFill>
                <a:srgbClr val="666666"/>
              </a:solidFill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1500" spc="-1" strike="noStrike">
              <a:solidFill>
                <a:srgbClr val="666666"/>
              </a:solidFill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1200" spc="-1" strike="noStrike">
              <a:solidFill>
                <a:srgbClr val="666666"/>
              </a:solidFill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900" spc="-1" strike="noStrike">
              <a:solidFill>
                <a:srgbClr val="666666"/>
              </a:solidFill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900" spc="-1" strike="noStrike">
              <a:solidFill>
                <a:srgbClr val="666666"/>
              </a:solidFill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9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808080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808080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808080"/>
              </a:solidFill>
              <a:latin typeface="DejaVu San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12D3B397-46F1-48B4-903B-4502A3D4D6AB}" type="slidenum"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4320000"/>
            <a:ext cx="1980000" cy="1350000"/>
          </a:xfrm>
          <a:custGeom>
            <a:avLst/>
            <a:gdLst/>
            <a:ahLst/>
            <a:rect l="0" t="0" r="r" b="b"/>
            <a:pathLst>
              <a:path w="5500" h="3750">
                <a:moveTo>
                  <a:pt x="0" y="0"/>
                </a:moveTo>
                <a:lnTo>
                  <a:pt x="0" y="3750"/>
                </a:lnTo>
                <a:lnTo>
                  <a:pt x="5500" y="3750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1080000" cy="3420000"/>
          </a:xfrm>
          <a:custGeom>
            <a:avLst/>
            <a:gdLst/>
            <a:ahLst/>
            <a:rect l="0" t="0" r="r" b="b"/>
            <a:pathLst>
              <a:path w="3000" h="9500">
                <a:moveTo>
                  <a:pt x="0" y="0"/>
                </a:moveTo>
                <a:lnTo>
                  <a:pt x="0" y="9500"/>
                </a:lnTo>
                <a:lnTo>
                  <a:pt x="3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7740000" y="0"/>
            <a:ext cx="2340000" cy="1620000"/>
          </a:xfrm>
          <a:custGeom>
            <a:avLst/>
            <a:gdLst/>
            <a:ahLst/>
            <a:rect l="0" t="0" r="r" b="b"/>
            <a:pathLst>
              <a:path w="6500" h="4500">
                <a:moveTo>
                  <a:pt x="6500" y="0"/>
                </a:moveTo>
                <a:lnTo>
                  <a:pt x="0" y="0"/>
                </a:lnTo>
                <a:lnTo>
                  <a:pt x="6500" y="4500"/>
                </a:lnTo>
                <a:lnTo>
                  <a:pt x="6500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9000000" y="2520000"/>
            <a:ext cx="1080000" cy="3150000"/>
          </a:xfrm>
          <a:custGeom>
            <a:avLst/>
            <a:gdLst/>
            <a:ahLst/>
            <a:rect l="0" t="0" r="r" b="b"/>
            <a:pathLst>
              <a:path w="3000" h="8750">
                <a:moveTo>
                  <a:pt x="3000" y="8750"/>
                </a:moveTo>
                <a:lnTo>
                  <a:pt x="3000" y="0"/>
                </a:lnTo>
                <a:lnTo>
                  <a:pt x="0" y="8750"/>
                </a:lnTo>
                <a:lnTo>
                  <a:pt x="3000" y="8750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808080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808080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808080"/>
              </a:solidFill>
              <a:latin typeface="DejaVu San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BFBEDEB1-7EA2-4A55-A2C6-0F9D49BEC15C}" type="slidenum"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000" spc="-1" strike="noStrike">
                <a:solidFill>
                  <a:srgbClr val="333333"/>
                </a:solidFill>
                <a:latin typeface="DejaVu Sans"/>
              </a:rPr>
              <a:t>Click to edit the title text format</a:t>
            </a:r>
            <a:endParaRPr b="0" lang="en-US" sz="30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2100" spc="-1" strike="noStrike">
              <a:solidFill>
                <a:srgbClr val="666666"/>
              </a:solidFill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1800" spc="-1" strike="noStrike">
              <a:solidFill>
                <a:srgbClr val="666666"/>
              </a:solidFill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1500" spc="-1" strike="noStrike">
              <a:solidFill>
                <a:srgbClr val="666666"/>
              </a:solidFill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1500" spc="-1" strike="noStrike">
              <a:solidFill>
                <a:srgbClr val="666666"/>
              </a:solidFill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1500" spc="-1" strike="noStrike">
              <a:solidFill>
                <a:srgbClr val="666666"/>
              </a:solidFill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1500" spc="-1" strike="noStrike">
              <a:solidFill>
                <a:srgbClr val="666666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3745440" y="1911240"/>
            <a:ext cx="2561760" cy="185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504000" y="225720"/>
            <a:ext cx="40395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1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AD638E-F996-447A-B1C0-744F8574776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765080" y="225720"/>
            <a:ext cx="65926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1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765080" y="1326600"/>
            <a:ext cx="6592680" cy="365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6D632B2-4A2B-46D8-8755-C457CA5F266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3D97D7C-3673-442F-BE6B-4FC899A20F0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Focus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2026-10-27T23:35:06Z</dcterms:created>
  <dc:creator/>
  <dc:description/>
  <dc:language>en-US</dc:language>
  <cp:lastModifiedBy/>
  <cp:revision>1</cp:revision>
  <dc:subject/>
  <dc:title>Focus</dc:title>
</cp:coreProperties>
</file>