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9120" y="13842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4800" y="264888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04DE5D-B6F9-494D-97DA-88BF9489BF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9120" y="13842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4800" y="264888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A044A2-7AEF-418B-8EE8-C4DE70AC4A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9120" y="13842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4800" y="264888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FA80C1-E622-49B1-8297-88A0C27D9E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9120" y="13842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4800" y="264888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B011C8-B906-4133-BFCB-D3C8E4D8CA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9120" y="13842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04800" y="264888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2E7DC25-10C5-4861-A262-B4DC8FCA28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80360" cy="4251960"/>
          </a:xfrm>
          <a:custGeom>
            <a:avLst/>
            <a:gdLst/>
            <a:ahLst/>
            <a:rect l="0" t="0" r="r" b="b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 rot="21111000">
            <a:off x="488160" y="26046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21111000">
            <a:off x="462960" y="3605760"/>
            <a:ext cx="88020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ctr">
              <a:spcAft>
                <a:spcPts val="118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ctr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ctr"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ctr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ctr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ctr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ctr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Liberation Sans Narrow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Liberation Sans Narrow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buNone/>
            </a:pPr>
            <a:fld id="{67E518F8-D385-4736-8B37-2998AFE51D24}" type="slidenum">
              <a:rPr b="0" lang="en-US" sz="2600" spc="-1" strike="noStrike">
                <a:solidFill>
                  <a:srgbClr val="000000"/>
                </a:solidFill>
                <a:latin typeface="Liberation Sans Narrow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Liberation Sans Narrow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1096920" y="4388760"/>
            <a:ext cx="8982720" cy="1280880"/>
          </a:xfrm>
          <a:custGeom>
            <a:avLst/>
            <a:gdLst/>
            <a:ahLst/>
            <a:rect l="0" t="0" r="r" b="b"/>
            <a:pathLst>
              <a:path w="24952" h="3558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1509120"/>
          </a:xfrm>
          <a:custGeom>
            <a:avLst/>
            <a:gdLst/>
            <a:ahLst/>
            <a:rect l="0" t="0" r="r" b="b"/>
            <a:pathLst>
              <a:path w="28000" h="4192">
                <a:moveTo>
                  <a:pt x="0" y="4192"/>
                </a:moveTo>
                <a:lnTo>
                  <a:pt x="0" y="0"/>
                </a:lnTo>
                <a:lnTo>
                  <a:pt x="28000" y="0"/>
                </a:lnTo>
                <a:lnTo>
                  <a:pt x="28000" y="191"/>
                </a:lnTo>
                <a:lnTo>
                  <a:pt x="0" y="4192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21111000">
            <a:off x="90000" y="-15876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51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85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just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just"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just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just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just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just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4B87982F-D1BE-4F00-A55F-456E2AF521FC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1096920" y="4388760"/>
            <a:ext cx="8982720" cy="1280880"/>
          </a:xfrm>
          <a:custGeom>
            <a:avLst/>
            <a:gdLst/>
            <a:ahLst/>
            <a:rect l="0" t="0" r="r" b="b"/>
            <a:pathLst>
              <a:path w="24952" h="3558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411120"/>
            <a:ext cx="10080000" cy="5258520"/>
          </a:xfrm>
          <a:custGeom>
            <a:avLst/>
            <a:gdLst/>
            <a:ahLst/>
            <a:rect l="0" t="0" r="r" b="b"/>
            <a:pathLst>
              <a:path w="28000" h="14607">
                <a:moveTo>
                  <a:pt x="0" y="14607"/>
                </a:moveTo>
                <a:lnTo>
                  <a:pt x="508" y="14607"/>
                </a:lnTo>
                <a:lnTo>
                  <a:pt x="28000" y="10668"/>
                </a:lnTo>
                <a:lnTo>
                  <a:pt x="28000" y="0"/>
                </a:lnTo>
                <a:lnTo>
                  <a:pt x="0" y="4001"/>
                </a:lnTo>
                <a:lnTo>
                  <a:pt x="0" y="14607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0080360" cy="1714680"/>
          </a:xfrm>
          <a:custGeom>
            <a:avLst/>
            <a:gdLst/>
            <a:ahLst/>
            <a:rect l="0" t="0" r="r" b="b"/>
            <a:pathLst>
              <a:path w="28001" h="4763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85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just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just"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just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just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just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just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93A71F48-B586-4B67-A39F-1430D5A938CB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1403640" y="4388760"/>
            <a:ext cx="8676360" cy="1280520"/>
          </a:xfrm>
          <a:custGeom>
            <a:avLst/>
            <a:gdLst/>
            <a:ahLst/>
            <a:rect l="0" t="0" r="r" b="b"/>
            <a:pathLst>
              <a:path w="24101" h="3557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0080000" cy="2400480"/>
          </a:xfrm>
          <a:custGeom>
            <a:avLst/>
            <a:gdLst/>
            <a:ahLst/>
            <a:rect l="0" t="0" r="r" b="b"/>
            <a:pathLst>
              <a:path w="28000" h="6668">
                <a:moveTo>
                  <a:pt x="0" y="6668"/>
                </a:moveTo>
                <a:lnTo>
                  <a:pt x="0" y="0"/>
                </a:lnTo>
                <a:lnTo>
                  <a:pt x="28000" y="0"/>
                </a:lnTo>
                <a:lnTo>
                  <a:pt x="28000" y="2667"/>
                </a:lnTo>
                <a:lnTo>
                  <a:pt x="0" y="6668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0080000" cy="2400480"/>
          </a:xfrm>
          <a:custGeom>
            <a:avLst/>
            <a:gdLst/>
            <a:ahLst/>
            <a:rect l="0" t="0" r="r" b="b"/>
            <a:pathLst>
              <a:path w="28000" h="6668">
                <a:moveTo>
                  <a:pt x="0" y="6668"/>
                </a:moveTo>
                <a:lnTo>
                  <a:pt x="0" y="0"/>
                </a:lnTo>
                <a:lnTo>
                  <a:pt x="28000" y="0"/>
                </a:lnTo>
                <a:lnTo>
                  <a:pt x="28000" y="2667"/>
                </a:lnTo>
                <a:lnTo>
                  <a:pt x="0" y="6668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403640" y="4388760"/>
            <a:ext cx="8676360" cy="1280520"/>
          </a:xfrm>
          <a:custGeom>
            <a:avLst/>
            <a:gdLst/>
            <a:ahLst/>
            <a:rect l="0" t="0" r="r" b="b"/>
            <a:pathLst>
              <a:path w="24101" h="3557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480" y="-9720"/>
            <a:ext cx="10080000" cy="2468880"/>
          </a:xfrm>
          <a:custGeom>
            <a:avLst/>
            <a:gdLst/>
            <a:ahLst/>
            <a:rect l="0" t="0" r="r" b="b"/>
            <a:pathLst>
              <a:path w="28000" h="6858">
                <a:moveTo>
                  <a:pt x="0" y="6858"/>
                </a:moveTo>
                <a:lnTo>
                  <a:pt x="0" y="0"/>
                </a:lnTo>
                <a:lnTo>
                  <a:pt x="28000" y="0"/>
                </a:lnTo>
                <a:lnTo>
                  <a:pt x="28000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403280" y="4388760"/>
            <a:ext cx="8676360" cy="1280520"/>
          </a:xfrm>
          <a:custGeom>
            <a:avLst/>
            <a:gdLst/>
            <a:ahLst/>
            <a:rect l="0" t="0" r="r" b="b"/>
            <a:pathLst>
              <a:path w="24101" h="3557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 rot="21111000">
            <a:off x="91080" y="74124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0"/>
          </p:nvPr>
        </p:nvSpPr>
        <p:spPr>
          <a:xfrm>
            <a:off x="7019640" y="4913640"/>
            <a:ext cx="288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1"/>
          </p:nvPr>
        </p:nvSpPr>
        <p:spPr>
          <a:xfrm>
            <a:off x="5579640" y="5129640"/>
            <a:ext cx="43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2"/>
          </p:nvPr>
        </p:nvSpPr>
        <p:spPr>
          <a:xfrm>
            <a:off x="7379640" y="4589640"/>
            <a:ext cx="252000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74B49DEE-93AA-4292-B992-5C03DE99792C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 rot="20952000">
            <a:off x="224280" y="1917000"/>
            <a:ext cx="9402120" cy="259416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73960" y="275940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0" spc="-1" strike="noStrike">
                <a:solidFill>
                  <a:srgbClr val="000000"/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9215640" y="3517560"/>
            <a:ext cx="640080" cy="12258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0" spc="-1" strike="noStrike">
                <a:solidFill>
                  <a:srgbClr val="000000"/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4800" y="264888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just">
              <a:spcAft>
                <a:spcPts val="105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 rot="21114000">
            <a:off x="446040" y="2255040"/>
            <a:ext cx="9002520" cy="160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 rot="21117000">
            <a:off x="614880" y="3528000"/>
            <a:ext cx="8803440" cy="61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Clr>
                <a:srgbClr val="000000"/>
              </a:buClr>
              <a:buSzPct val="45000"/>
              <a:buFont typeface="Wingdings" charset="2"/>
              <a:buChar char=""/>
            </a:pPr>
            <a:fld id="{DA8A6443-A7AC-4ED8-82A3-C61F663CDD4F}" type="author"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fld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 rot="21111000">
            <a:off x="124920" y="-13356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3280" y="151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856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758982-75BB-4697-A962-2CB9B6C2B398}" type="slidenum">
              <a:t>2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 rot="21111000">
            <a:off x="92160" y="6732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3640" y="1785240"/>
            <a:ext cx="88700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859"/>
              </a:spcAft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3987099-F807-40B0-AC66-DCA632658858}" type="slidenum">
              <a:t>3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 rot="21111000">
            <a:off x="124920" y="766800"/>
            <a:ext cx="900180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4800" y="2648880"/>
            <a:ext cx="8870040" cy="215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6CF56AE-7AE8-4631-95AD-1D69DBC50B26}" type="slidenum">
              <a:t>4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Progress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Progress</dc:title>
</cp:coreProperties>
</file>