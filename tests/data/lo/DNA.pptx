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E7BF12-C958-45D0-B3C6-6EE5C58A8A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Click to edit the title text format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50505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50505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5FA7ED95-D3E5-4C73-9990-365E9EB6CB12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7001B1-FBC2-4D44-9DB4-5FC173D66327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DNA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2026-10-27T23:35:06Z</dcterms:created>
  <dc:creator/>
  <dc:description/>
  <dc:language>en-US</dc:language>
  <cp:lastModifiedBy/>
  <cp:revision>1</cp:revision>
  <dc:subject/>
  <dc:title>DNA</dc:title>
</cp:coreProperties>
</file>