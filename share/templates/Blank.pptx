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 vert="horz" lIns="91440" tIns="45720" rIns="91440" bIns="45720" rtlCol="0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Folio Show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cp:revision>1</cp:revision>
</cp:coreProperties>
</file>